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一份原创短剧提案。林远原本想换一把新伞，看到父亲刻下的小字后，改口说“还是修吧”。我们用一个可见的小决定表达关系变化，不补充死亡、奇迹等没有提供的情节。人物均为成年人，故事只有一间修伞店。这个PPT是真实可编辑文件，但它并不证明视频已经生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把故事拆成三个可生成的镜头。第一镜只测试进店、停下、递伞的动作。第二镜看手和伞柄，用画外对白提出问题。第三镜让林远抬眼、停顿，再说“还是修吧”。每镜五秒是提案目标，实际素材长度要在生成之后检查。可见讲话要用最终声音检查口型；不能直接看视频的Agent应说明限制，由本人正常速度播放并提供时间码反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一个动作镜确认工具和人物表现，再扩大到全片。核对三镜中的脸、衣服、伞、光线和空间；声音、字幕和口型要对应最终版本。最后用真实素材剪辑，实际打开MP4完整播放，记录具体问题与修订。技术检查能够证明文件的编码、尺寸和时长，不能替代叙事、语言、授权和画面质量判断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63880" y="533400"/>
            <a:ext cx="11056620" cy="428625"/>
            <a:chOff x="563880" y="533400"/>
            <a:chExt cx="11056620" cy="428625"/>
          </a:xfrm>
        </p:grpSpPr>
        <p:sp>
          <p:nvSpPr>
            <p:cNvPr id="2" name="TextBox 2"/>
            <p:cNvSpPr txBox="1"/>
            <p:nvPr/>
          </p:nvSpPr>
          <p:spPr>
            <a:xfrm>
              <a:off x="563880" y="533400"/>
              <a:ext cx="2859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AI练习生 · Agent实际文件示范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52450" y="1750695"/>
            <a:ext cx="3655619" cy="1336167"/>
            <a:chOff x="552450" y="1750695"/>
            <a:chExt cx="3655619" cy="1336167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1750695"/>
              <a:ext cx="326410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修伞小店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617470"/>
              <a:ext cx="5334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一个“还是修吧”的小决定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0456" y="3529965"/>
            <a:ext cx="5247894" cy="2106930"/>
            <a:chOff x="600456" y="3529965"/>
            <a:chExt cx="5247894" cy="2106930"/>
          </a:xfrm>
        </p:grpSpPr>
        <p:sp>
          <p:nvSpPr>
            <p:cNvPr id="8" name="TextBox 8"/>
            <p:cNvSpPr txBox="1"/>
            <p:nvPr/>
          </p:nvSpPr>
          <p:spPr>
            <a:xfrm>
              <a:off x="600456" y="3529965"/>
              <a:ext cx="5715000" cy="11711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/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林远把断骨旧伞带进店，本想换新。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师傅递回伞柄，他摸到父亲刻的小字，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停住，改口：“还是修吧。”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51054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1980" y="534352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两位成年虚构角色 · 一间店 · 傍晚暖光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67550" y="1609725"/>
            <a:ext cx="4552950" cy="4038600"/>
            <a:chOff x="7067550" y="1609725"/>
            <a:chExt cx="4552950" cy="4038600"/>
          </a:xfrm>
        </p:grpSpPr>
        <p:sp>
          <p:nvSpPr>
            <p:cNvPr id="12" name="Rectangle 12"/>
            <p:cNvSpPr/>
            <p:nvPr/>
          </p:nvSpPr>
          <p:spPr>
            <a:xfrm>
              <a:off x="7067550" y="1609725"/>
              <a:ext cx="4552950" cy="403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572375" y="2206625"/>
              <a:ext cx="3524250" cy="1174750"/>
            </a:xfrm>
            <a:custGeom>
              <a:avLst/>
              <a:gdLst/>
              <a:ahLst/>
              <a:cxnLst/>
              <a:rect l="l" t="t" r="r" b="b"/>
              <a:pathLst>
                <a:path w="3524250" h="1174750">
                  <a:moveTo>
                    <a:pt x="0" y="1174750"/>
                  </a:moveTo>
                  <a:cubicBezTo>
                    <a:pt x="1162050" y="0"/>
                    <a:pt x="2336800" y="0"/>
                    <a:pt x="3524250" y="1174750"/>
                  </a:cubicBezTo>
                  <a:cubicBezTo>
                    <a:pt x="3124200" y="958850"/>
                    <a:pt x="2733675" y="958850"/>
                    <a:pt x="2352675" y="1174750"/>
                  </a:cubicBezTo>
                  <a:cubicBezTo>
                    <a:pt x="1958975" y="958850"/>
                    <a:pt x="1558925" y="958850"/>
                    <a:pt x="1152525" y="1174750"/>
                  </a:cubicBezTo>
                  <a:cubicBezTo>
                    <a:pt x="758825" y="958850"/>
                    <a:pt x="374650" y="958850"/>
                    <a:pt x="0" y="1174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724900" y="2009775"/>
              <a:ext cx="1200150" cy="1371600"/>
            </a:xfrm>
            <a:custGeom>
              <a:avLst/>
              <a:gdLst/>
              <a:ahLst/>
              <a:cxnLst/>
              <a:rect l="l" t="t" r="r" b="b"/>
              <a:pathLst>
                <a:path w="1200150" h="1371600">
                  <a:moveTo>
                    <a:pt x="609600" y="0"/>
                  </a:moveTo>
                  <a:cubicBezTo>
                    <a:pt x="279400" y="374650"/>
                    <a:pt x="76200" y="831850"/>
                    <a:pt x="0" y="1371600"/>
                  </a:cubicBezTo>
                  <a:moveTo>
                    <a:pt x="609600" y="0"/>
                  </a:moveTo>
                  <a:cubicBezTo>
                    <a:pt x="927100" y="374650"/>
                    <a:pt x="1123950" y="831850"/>
                    <a:pt x="1200150" y="1371600"/>
                  </a:cubicBezTo>
                </a:path>
              </a:pathLst>
            </a:custGeom>
            <a:noFill/>
            <a:ln w="28575">
              <a:solidFill>
                <a:srgbClr val="5E666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334500" y="3381375"/>
              <a:ext cx="657225" cy="1797050"/>
            </a:xfrm>
            <a:custGeom>
              <a:avLst/>
              <a:gdLst/>
              <a:ahLst/>
              <a:cxnLst/>
              <a:rect l="l" t="t" r="r" b="b"/>
              <a:pathLst>
                <a:path w="657225" h="1797050">
                  <a:moveTo>
                    <a:pt x="0" y="0"/>
                  </a:moveTo>
                  <a:lnTo>
                    <a:pt x="0" y="1276350"/>
                  </a:lnTo>
                  <a:cubicBezTo>
                    <a:pt x="0" y="1651000"/>
                    <a:pt x="165100" y="1797050"/>
                    <a:pt x="495300" y="1714500"/>
                  </a:cubicBezTo>
                  <a:cubicBezTo>
                    <a:pt x="609600" y="1670050"/>
                    <a:pt x="657225" y="1587500"/>
                    <a:pt x="638175" y="1466850"/>
                  </a:cubicBezTo>
                </a:path>
              </a:pathLst>
            </a:custGeom>
            <a:noFill/>
            <a:ln w="114300" cap="rnd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02880" y="53435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旧伞是故事线索，也是连续性道具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6166" y="6344602"/>
            <a:ext cx="11059668" cy="205359"/>
            <a:chOff x="566166" y="6344602"/>
            <a:chExt cx="110596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566166" y="6344602"/>
              <a:ext cx="4588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原创教学提案，未生成短剧视频；PPT文字与形状为原生可编辑对象。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59680" y="63446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54736" y="571500"/>
            <a:ext cx="5455006" cy="1379220"/>
            <a:chOff x="554736" y="571500"/>
            <a:chExt cx="5455006" cy="1379220"/>
          </a:xfrm>
        </p:grpSpPr>
        <p:sp>
          <p:nvSpPr>
            <p:cNvPr id="2" name="TextBox 2"/>
            <p:cNvSpPr txBox="1"/>
            <p:nvPr/>
          </p:nvSpPr>
          <p:spPr>
            <a:xfrm>
              <a:off x="563880" y="5715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故事变成可以生成的镜头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4736" y="1005840"/>
              <a:ext cx="545500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三镜，只拍清楚三个行动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3880" y="1657350"/>
              <a:ext cx="4972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每镜目标5秒；实际时长、动作与声音须在生成后核对。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2143125"/>
            <a:ext cx="11049000" cy="1024509"/>
            <a:chOff x="571500" y="2143125"/>
            <a:chExt cx="11049000" cy="1024509"/>
          </a:xfrm>
        </p:grpSpPr>
        <p:sp>
          <p:nvSpPr>
            <p:cNvPr id="6" name="Line 6"/>
            <p:cNvSpPr/>
            <p:nvPr/>
          </p:nvSpPr>
          <p:spPr>
            <a:xfrm>
              <a:off x="571500" y="2143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19125" y="2438400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9569" y="2606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7795" y="2395538"/>
              <a:ext cx="16607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门口 · 中景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1605" y="28479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S01 / 动作测试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1356" y="2434590"/>
              <a:ext cx="7239000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收伞进店，停下，把伞递出。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固定机位，雨声与门铃；不急着加对白。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3371850"/>
            <a:ext cx="11049000" cy="1024509"/>
            <a:chOff x="571500" y="3371850"/>
            <a:chExt cx="11049000" cy="1024509"/>
          </a:xfrm>
        </p:grpSpPr>
        <p:sp>
          <p:nvSpPr>
            <p:cNvPr id="13" name="Line 13"/>
            <p:cNvSpPr/>
            <p:nvPr/>
          </p:nvSpPr>
          <p:spPr>
            <a:xfrm>
              <a:off x="571500" y="3371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19125" y="3667125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69" y="38347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07795" y="3624262"/>
              <a:ext cx="19788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 · 近景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1605" y="4076700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S02 / 道具与声音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1356" y="3663315"/>
              <a:ext cx="7239000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师傅转动伞柄，露出刻字。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画外问：“是想修好，还是想换一把？”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600575"/>
            <a:ext cx="11049000" cy="1024509"/>
            <a:chOff x="571500" y="4600575"/>
            <a:chExt cx="11049000" cy="1024509"/>
          </a:xfrm>
        </p:grpSpPr>
        <p:sp>
          <p:nvSpPr>
            <p:cNvPr id="20" name="Line 20"/>
            <p:cNvSpPr/>
            <p:nvPr/>
          </p:nvSpPr>
          <p:spPr>
            <a:xfrm>
              <a:off x="571500" y="4600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19125" y="4895850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69" y="50634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7795" y="4852988"/>
              <a:ext cx="22968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柜台 · 人物近景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1605" y="530542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S03 / 对白测试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1356" y="4892040"/>
              <a:ext cx="7239000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目光抬起，停顿，再说：“还是修吧。”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用最终声音检查口型，伞留在柜台上。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6166" y="6344602"/>
            <a:ext cx="11059668" cy="205359"/>
            <a:chOff x="566166" y="6344602"/>
            <a:chExt cx="110596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566166" y="634460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同一把伞、同一件外套、同一暖光；请求与实际输出逐镜留证。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59680" y="63446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4736" y="571500"/>
            <a:ext cx="5947867" cy="1079754"/>
            <a:chOff x="554736" y="571500"/>
            <a:chExt cx="5947867" cy="1079754"/>
          </a:xfrm>
        </p:grpSpPr>
        <p:sp>
          <p:nvSpPr>
            <p:cNvPr id="2" name="TextBox 2"/>
            <p:cNvSpPr txBox="1"/>
            <p:nvPr/>
          </p:nvSpPr>
          <p:spPr>
            <a:xfrm>
              <a:off x="563880" y="5715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让提案落到实际作品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4736" y="1005840"/>
              <a:ext cx="594786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先做一个镜头，再检查成片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8175" y="1985962"/>
            <a:ext cx="6589319" cy="1147763"/>
            <a:chOff x="638175" y="1985962"/>
            <a:chExt cx="6589319" cy="1147763"/>
          </a:xfrm>
        </p:grpSpPr>
        <p:sp>
          <p:nvSpPr>
            <p:cNvPr id="5" name="Line 5"/>
            <p:cNvSpPr/>
            <p:nvPr/>
          </p:nvSpPr>
          <p:spPr>
            <a:xfrm>
              <a:off x="885825" y="2343150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38175" y="20193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0044" y="2148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07795" y="19859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动作真实发生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0081" y="2425065"/>
              <a:ext cx="5817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正常速度播放S01；静态帧不能证明递伞动作连贯。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8175" y="3005138"/>
            <a:ext cx="6848094" cy="1138237"/>
            <a:chOff x="638175" y="3005138"/>
            <a:chExt cx="6848094" cy="1138237"/>
          </a:xfrm>
        </p:grpSpPr>
        <p:sp>
          <p:nvSpPr>
            <p:cNvPr id="11" name="Line 11"/>
            <p:cNvSpPr/>
            <p:nvPr/>
          </p:nvSpPr>
          <p:spPr>
            <a:xfrm>
              <a:off x="885825" y="3381375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38175" y="3038475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0044" y="31680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795" y="3005138"/>
              <a:ext cx="32032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人物、道具与空间连续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0081" y="34442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并排核对采用版本；哪里变了，就记录镜号并局部修订。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8175" y="4024312"/>
            <a:ext cx="6848094" cy="1128713"/>
            <a:chOff x="638175" y="4024312"/>
            <a:chExt cx="6848094" cy="1128713"/>
          </a:xfrm>
        </p:grpSpPr>
        <p:sp>
          <p:nvSpPr>
            <p:cNvPr id="17" name="Line 17"/>
            <p:cNvSpPr/>
            <p:nvPr/>
          </p:nvSpPr>
          <p:spPr>
            <a:xfrm>
              <a:off x="885825" y="4400550"/>
              <a:ext cx="9525" cy="752475"/>
            </a:xfrm>
            <a:custGeom>
              <a:avLst/>
              <a:gdLst/>
              <a:ahLst/>
              <a:cxnLst/>
              <a:rect l="l" t="t" r="r" b="b"/>
              <a:pathLst>
                <a:path w="9525" h="752475">
                  <a:moveTo>
                    <a:pt x="0" y="0"/>
                  </a:moveTo>
                  <a:lnTo>
                    <a:pt x="0" y="752475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38175" y="40576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0044" y="4187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7795" y="4024312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声音、台词、口型与字幕一致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0081" y="44634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使用最终声音，核开口与停顿；没做的检查如实记未测。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175" y="5043488"/>
            <a:ext cx="7613447" cy="791146"/>
            <a:chOff x="638175" y="5043488"/>
            <a:chExt cx="7613447" cy="791146"/>
          </a:xfrm>
        </p:grpSpPr>
        <p:sp>
          <p:nvSpPr>
            <p:cNvPr id="23" name="Ellipse 23"/>
            <p:cNvSpPr/>
            <p:nvPr/>
          </p:nvSpPr>
          <p:spPr>
            <a:xfrm>
              <a:off x="638175" y="5076825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0044" y="52063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8F5E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07795" y="5043488"/>
              <a:ext cx="29968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最终MP4能完整播放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0081" y="5482590"/>
              <a:ext cx="68415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核实际时长、画幅、声音和来源；本PPT不等于已生成短剧。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166" y="6344602"/>
            <a:ext cx="11059668" cy="205359"/>
            <a:chOff x="566166" y="6344602"/>
            <a:chExt cx="110596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66166" y="634460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每次留下实际输入、输出、检查与修订；换需求后重新验证适用性。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59680" y="63446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243D3A"/>
      </a:dk1>
      <a:lt1>
        <a:srgbClr val="F8F5EF"/>
      </a:lt1>
      <a:dk2>
        <a:srgbClr val="1F497D"/>
      </a:dk2>
      <a:lt2>
        <a:srgbClr val="EAE6DB"/>
      </a:lt2>
      <a:accent1>
        <a:srgbClr val="243D3A"/>
      </a:accent1>
      <a:accent2>
        <a:srgbClr val="B76B46"/>
      </a:accent2>
      <a:accent3>
        <a:srgbClr val="B76B46"/>
      </a:accent3>
      <a:accent4>
        <a:srgbClr val="CCC7B9"/>
      </a:accent4>
      <a:accent5>
        <a:srgbClr val="5E6660"/>
      </a:accent5>
      <a:accent6>
        <a:srgbClr val="F79646"/>
      </a:accent6>
      <a:hlink>
        <a:srgbClr val="B76B46"/>
      </a:hlink>
      <a:folHlink>
        <a:srgbClr val="B76B46"/>
      </a:folHlink>
    </a:clrScheme>
    <a:fontScheme name="PPT Master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243D3A"/>
      </a:dk1>
      <a:lt1>
        <a:srgbClr val="F8F5EF"/>
      </a:lt1>
      <a:dk2>
        <a:srgbClr val="1F497D"/>
      </a:dk2>
      <a:lt2>
        <a:srgbClr val="EAE6DB"/>
      </a:lt2>
      <a:accent1>
        <a:srgbClr val="243D3A"/>
      </a:accent1>
      <a:accent2>
        <a:srgbClr val="B76B46"/>
      </a:accent2>
      <a:accent3>
        <a:srgbClr val="B76B46"/>
      </a:accent3>
      <a:accent4>
        <a:srgbClr val="CCC7B9"/>
      </a:accent4>
      <a:accent5>
        <a:srgbClr val="5E6660"/>
      </a:accent5>
      <a:accent6>
        <a:srgbClr val="F79646"/>
      </a:accent6>
      <a:hlink>
        <a:srgbClr val="B76B46"/>
      </a:hlink>
      <a:folHlink>
        <a:srgbClr val="B76B46"/>
      </a:folHlink>
    </a:clrScheme>
    <a:fontScheme name="PPT Master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2026-10-10T12:49:25Z</dcterms:created>
  <dcterms:modified xsi:type="dcterms:W3CDTF">2026-10-10T12:49:25Z</dcterms:modified>
  <cp:category/>
  <cp:contentStatus/>
</cp:coreProperties>
</file>