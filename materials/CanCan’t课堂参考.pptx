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41b699c4b64753" /><Relationship Type="http://schemas.openxmlformats.org/officeDocument/2006/relationships/extended-properties" Target="/docProps/app.xml" Id="Rdff9ae969710416c" /><Relationship Type="http://schemas.openxmlformats.org/officeDocument/2006/relationships/officeDocument" Target="/ppt/presentation.xml" Id="Rdf0cb58a868b4d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0e8a39ae4f4d4f"/>
  </p:sldMasterIdLst>
  <p:notesMasterIdLst>
    <p:notesMasterId xmlns:r="http://schemas.openxmlformats.org/officeDocument/2006/relationships" r:id="R8a89ea625e224aca"/>
  </p:notesMasterIdLst>
  <p:sldIdLst>
    <p:sldId xmlns:r="http://schemas.openxmlformats.org/officeDocument/2006/relationships" id="256" r:id="R207270f0ac854ab2"/>
    <p:sldId xmlns:r="http://schemas.openxmlformats.org/officeDocument/2006/relationships" id="257" r:id="R8ed47cb3277d423c"/>
    <p:sldId xmlns:r="http://schemas.openxmlformats.org/officeDocument/2006/relationships" id="258" r:id="R83ea0219154540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12e3c992194690" /><Relationship Type="http://schemas.openxmlformats.org/officeDocument/2006/relationships/slideMaster" Target="/ppt/slideMasters/slideMaster1.xml" Id="R640e8a39ae4f4d4f" /><Relationship Type="http://schemas.openxmlformats.org/officeDocument/2006/relationships/notesMaster" Target="/ppt/notesMasters/notesMaster1.xml" Id="R8a89ea625e224aca" /><Relationship Type="http://schemas.openxmlformats.org/officeDocument/2006/relationships/presProps" Target="/ppt/presProps.xml" Id="Rc211147e5d22429b" /><Relationship Type="http://schemas.openxmlformats.org/officeDocument/2006/relationships/tableStyles" Target="/ppt/tableStyles.xml" Id="Re7f6fa9ba3fa4cec" /><Relationship Type="http://schemas.openxmlformats.org/officeDocument/2006/relationships/slide" Target="/ppt/slides/slide1.xml" Id="R207270f0ac854ab2" /><Relationship Type="http://schemas.openxmlformats.org/officeDocument/2006/relationships/slide" Target="/ppt/slides/slide2.xml" Id="R8ed47cb3277d423c" /><Relationship Type="http://schemas.openxmlformats.org/officeDocument/2006/relationships/slide" Target="/ppt/slides/slide3.xml" Id="R83ea0219154540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49f83eca4440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3dda9a891c43a1" /><Relationship Type="http://schemas.openxmlformats.org/officeDocument/2006/relationships/notesMaster" Target="/ppt/notesMasters/notesMaster1.xml" Id="Rae753431d81a4c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8a748e80a9407d" /><Relationship Type="http://schemas.openxmlformats.org/officeDocument/2006/relationships/notesMaster" Target="/ppt/notesMasters/notesMaster1.xml" Id="R3a64da556cfe4b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d83df3706345c5" /><Relationship Type="http://schemas.openxmlformats.org/officeDocument/2006/relationships/notesMaster" Target="/ppt/notesMasters/notesMaster1.xml" Id="Ra69e1e05cf2a4c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原创教学参考，配合课程的虚构学生画像使用。目标是理解can/can’t表达能力。请教师按实际学生水平审阅；本文件用于演示编辑与验收，不声称经过真实课堂效果验证。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教师可用动作示范jump，让学生自己说句子。把动词替换为已学词汇，避免一次引入太多新内容。教师需核对句子适合学生实际能力。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答案分别是fly和I can’t swim. 教师在学生版隐藏本页答案或改为逐步揭示。请在自己的PowerPoint/WPS中打开并修改一个文字元素，确认得到原生可编辑文件。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51751cb1b4a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5f5c31e7d4c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5deb4450c4e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52e765ddc4b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0f4aacc8249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1a3877cd642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7973C3-03FB-4D14-86C3-5131B756A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76681E-4690-49AF-93CA-4F3DDEE318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626FF8-CE20-4E1D-BC79-B363A840E6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366864-FEFB-4001-A844-C67FBA7E47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8D3FCA-A091-4D98-AB4E-22D67A906F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BF28CE-E8FF-45A3-8A76-3CB5FDD9A9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A4EEBB-058E-4C71-B009-8557210DB5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CB066C-14DB-46B2-A2C0-553E5A944A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9AAC85-903F-4A54-996D-023271EE37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5973E7-899E-4A25-9FE7-F3BA1032AE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6036c0c36b4caa" /><Relationship Type="http://schemas.openxmlformats.org/officeDocument/2006/relationships/slideLayout" Target="/ppt/slideLayouts/slideLayout1.xml" Id="R529780de4f314adf" /><Relationship Type="http://schemas.openxmlformats.org/officeDocument/2006/relationships/slideLayout" Target="/ppt/slideLayouts/slideLayout2.xml" Id="Rcbadc452ae3044bd" /><Relationship Type="http://schemas.openxmlformats.org/officeDocument/2006/relationships/slideLayout" Target="/ppt/slideLayouts/slideLayout3.xml" Id="Rf046edb8a9204adb" /><Relationship Type="http://schemas.openxmlformats.org/officeDocument/2006/relationships/slideLayout" Target="/ppt/slideLayouts/slideLayout4.xml" Id="R48c762b34fa04b95" /><Relationship Type="http://schemas.openxmlformats.org/officeDocument/2006/relationships/slideLayout" Target="/ppt/slideLayouts/slideLayout5.xml" Id="R8876602c6ba041cb" /><Relationship Type="http://schemas.openxmlformats.org/officeDocument/2006/relationships/slideLayout" Target="/ppt/slideLayouts/slideLayout6.xml" Id="R32a8665d4f1f4a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9780de4f314adf"/>
    <p:sldLayoutId xmlns:r="http://schemas.openxmlformats.org/officeDocument/2006/relationships" id="2147483650" r:id="Rcbadc452ae3044bd"/>
    <p:sldLayoutId xmlns:r="http://schemas.openxmlformats.org/officeDocument/2006/relationships" id="2147483651" r:id="Rf046edb8a9204adb"/>
    <p:sldLayoutId xmlns:r="http://schemas.openxmlformats.org/officeDocument/2006/relationships" id="2147483652" r:id="R48c762b34fa04b95"/>
    <p:sldLayoutId xmlns:r="http://schemas.openxmlformats.org/officeDocument/2006/relationships" id="2147483653" r:id="R8876602c6ba041cb"/>
    <p:sldLayoutId xmlns:r="http://schemas.openxmlformats.org/officeDocument/2006/relationships" id="2147483654" r:id="R32a8665d4f1f4a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c40df86ea64fc8" /><Relationship Type="http://schemas.openxmlformats.org/officeDocument/2006/relationships/notesSlide" Target="/ppt/notesSlides/notesSlide1.xml" Id="R5bf725eac04045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8de3a32a834341" /><Relationship Type="http://schemas.openxmlformats.org/officeDocument/2006/relationships/notesSlide" Target="/ppt/notesSlides/notesSlide2.xml" Id="R87f577391e5d42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a71228a1c84662" /><Relationship Type="http://schemas.openxmlformats.org/officeDocument/2006/relationships/notesSlide" Target="/ppt/notesSlides/notesSlide3.xml" Id="R6bec0357c51a4d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F9B48-372D-4FB5-831D-FC000F00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英语课堂参考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43853-C9B9-44C1-BA43-2142B03A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1028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Can / Can’t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F0DFC-7312-4E0F-948D-4115EA43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用 can 与 can’t 表达能力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7278C-2FDD-476D-8458-AF92D7B1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读例句，改一个词，再做小测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B0D04-13E0-4D8A-A346-0B0FB967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练习室    可编辑示范稿</a:t>
            </a:r>
          </a:p>
        </p:txBody>
      </p:sp>
    </p:spTree>
    <p:extLst>
      <p:ext uri="{BB962C8B-B14F-4D97-AF65-F5344CB8AC3E}">
        <p14:creationId xmlns:p14="http://schemas.microsoft.com/office/powerpoint/2010/main" val="623407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0287E-B70E-44AC-AC95-F46B2D8C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1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rPr>
              <a:t>表达能力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D17E4-0993-41EA-AD44-5D6A6CD0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971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244FE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244FE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850" b="1">
                <a:solidFill>
                  <a:srgbClr val="244FE3"/>
                </a:solidFill>
                <a:latin typeface="Arial Unicode MS"/>
                <a:ea typeface="Arial Unicode MS"/>
                <a:cs typeface="Arial Unicode MS"/>
              </a:rPr>
              <a:t>I can jump.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FE8DA-4A11-4B16-9885-A27E16D9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971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850" b="1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rPr>
              <a:t>I can’t fly.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E510A-AF10-402E-A434-5EB6B26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59657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59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59657E"/>
                </a:solidFill>
                <a:latin typeface="Arial Unicode MS"/>
                <a:ea typeface="Arial Unicode MS"/>
                <a:cs typeface="Arial Unicode MS"/>
              </a:rPr>
              <a:t>can / can’t 后面接动词原形</a:t>
            </a:r>
          </a:p>
        </p:txBody>
      </p:sp>
    </p:spTree>
    <p:extLst>
      <p:ext uri="{BB962C8B-B14F-4D97-AF65-F5344CB8AC3E}">
        <p14:creationId xmlns:p14="http://schemas.microsoft.com/office/powerpoint/2010/main" val="1016201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B152A-4997-4991-9936-ADF26C4C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1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rPr>
              <a:t>课堂小测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5F9FA-F584-45A1-A0D1-C89B73CF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244FE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244FE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244FE3"/>
                </a:solidFill>
                <a:latin typeface="Arial Unicode MS"/>
                <a:ea typeface="Arial Unicode MS"/>
                <a:cs typeface="Arial Unicode MS"/>
              </a:rPr>
              <a:t>A bird can (fly / flies).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9B91B-0B7B-4892-83F7-4EFE454F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0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rPr>
              <a:t>把 I can swim. 改成否定句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C1681-50E4-4A87-8820-C706C665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9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9657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9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59657E"/>
                </a:solidFill>
                <a:latin typeface="Arial Unicode MS"/>
                <a:ea typeface="Arial Unicode MS"/>
                <a:cs typeface="Arial Unicode MS"/>
              </a:rPr>
              <a:t>教师答案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6D7FF-36BA-440A-9D1E-A8667030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82341"/>
                </a:solidFill>
                <a:latin typeface="Arial Unicode MS"/>
                <a:ea typeface="Arial Unicode MS"/>
                <a:cs typeface="Arial Unicode MS"/>
              </a:rPr>
              <a:t>fly     I can’t swim.</a:t>
            </a:r>
          </a:p>
        </p:txBody>
      </p:sp>
    </p:spTree>
    <p:extLst>
      <p:ext uri="{BB962C8B-B14F-4D97-AF65-F5344CB8AC3E}">
        <p14:creationId xmlns:p14="http://schemas.microsoft.com/office/powerpoint/2010/main" val="773749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2026-10-09T08:15:22.4020000Z</dcterms:created>
  <dcterms:modified xsi:type="dcterms:W3CDTF">2026-10-09T08:15:22.4020000Z</dcterms:modified>
</coreProperties>
</file>