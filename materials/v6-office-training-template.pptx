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8cf71b3d0f45ce" /><Relationship Type="http://schemas.openxmlformats.org/officeDocument/2006/relationships/extended-properties" Target="/docProps/app.xml" Id="Rda701b6538834ad1" /><Relationship Type="http://schemas.openxmlformats.org/officeDocument/2006/relationships/officeDocument" Target="/ppt/presentation.xml" Id="R9fb7daa3f08040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5b0775ec85410f"/>
  </p:sldMasterIdLst>
  <p:notesMasterIdLst>
    <p:notesMasterId xmlns:r="http://schemas.openxmlformats.org/officeDocument/2006/relationships" r:id="Re6c73c1b48914b02"/>
  </p:notesMasterIdLst>
  <p:sldIdLst>
    <p:sldId xmlns:r="http://schemas.openxmlformats.org/officeDocument/2006/relationships" id="256" r:id="Rd681b8d80fc7444d"/>
    <p:sldId xmlns:r="http://schemas.openxmlformats.org/officeDocument/2006/relationships" id="257" r:id="R3a7808754ded4e2b"/>
    <p:sldId xmlns:r="http://schemas.openxmlformats.org/officeDocument/2006/relationships" id="258" r:id="Rcdaf1516f7b940ea"/>
    <p:sldId xmlns:r="http://schemas.openxmlformats.org/officeDocument/2006/relationships" id="259" r:id="Re786bd0c5f7740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da05d1ba074899" /><Relationship Type="http://schemas.openxmlformats.org/officeDocument/2006/relationships/slideMaster" Target="/ppt/slideMasters/slideMaster1.xml" Id="R545b0775ec85410f" /><Relationship Type="http://schemas.openxmlformats.org/officeDocument/2006/relationships/notesMaster" Target="/ppt/notesMasters/notesMaster1.xml" Id="Re6c73c1b48914b02" /><Relationship Type="http://schemas.openxmlformats.org/officeDocument/2006/relationships/presProps" Target="/ppt/presProps.xml" Id="R2dc243e3d99d473d" /><Relationship Type="http://schemas.openxmlformats.org/officeDocument/2006/relationships/tableStyles" Target="/ppt/tableStyles.xml" Id="R4b8e0861d3f1492a" /><Relationship Type="http://schemas.openxmlformats.org/officeDocument/2006/relationships/slide" Target="/ppt/slides/slide1.xml" Id="Rd681b8d80fc7444d" /><Relationship Type="http://schemas.openxmlformats.org/officeDocument/2006/relationships/slide" Target="/ppt/slides/slide2.xml" Id="R3a7808754ded4e2b" /><Relationship Type="http://schemas.openxmlformats.org/officeDocument/2006/relationships/slide" Target="/ppt/slides/slide3.xml" Id="Rcdaf1516f7b940ea" /><Relationship Type="http://schemas.openxmlformats.org/officeDocument/2006/relationships/slide" Target="/ppt/slides/slide4.xml" Id="Re786bd0c5f7740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1f9c6254974c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081018c8be46a0" /><Relationship Type="http://schemas.openxmlformats.org/officeDocument/2006/relationships/notesMaster" Target="/ppt/notesMasters/notesMaster1.xml" Id="Rdd46ff8fce1741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d803a7a0564ed8" /><Relationship Type="http://schemas.openxmlformats.org/officeDocument/2006/relationships/notesMaster" Target="/ppt/notesMasters/notesMaster1.xml" Id="Rafac2b05484543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2b03569e434a26" /><Relationship Type="http://schemas.openxmlformats.org/officeDocument/2006/relationships/notesMaster" Target="/ppt/notesMasters/notesMaster1.xml" Id="Rf677a505db494b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0ace9aa0264120" /><Relationship Type="http://schemas.openxmlformats.org/officeDocument/2006/relationships/notesMaster" Target="/ppt/notesMasters/notesMaster1.xml" Id="Rae769204ad5942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b58fe5763448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9073b555364f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9b254188847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cd8436b094a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11cc7386a140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1970e467a4b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ED0D61-126B-4DA9-A3FA-1A468373BF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8EF37AB-0DD1-42EB-BFB4-087A25C02D6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DE4D9DF-B845-4C25-93A6-ED69802FB0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F4DF94-3967-48AA-91E3-4C5D8FF4A8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81CC88C-3D54-414E-8E93-E8BB518C91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C741B4-88DB-4630-A3D8-150D28CC31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855B00-BD69-410F-ADC2-547B7C0446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B2ABA29-9879-4B4C-A745-5F21FE142B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FD4299-98D5-4D12-85FD-3C95DA48A6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65994E-4428-4D64-A3AA-62E49A0C18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191edf44db4a14" /><Relationship Type="http://schemas.openxmlformats.org/officeDocument/2006/relationships/slideLayout" Target="/ppt/slideLayouts/slideLayout1.xml" Id="R9884548e3fc445e3" /><Relationship Type="http://schemas.openxmlformats.org/officeDocument/2006/relationships/slideLayout" Target="/ppt/slideLayouts/slideLayout2.xml" Id="R9757b6789cda443f" /><Relationship Type="http://schemas.openxmlformats.org/officeDocument/2006/relationships/slideLayout" Target="/ppt/slideLayouts/slideLayout3.xml" Id="R3179b62747674ec6" /><Relationship Type="http://schemas.openxmlformats.org/officeDocument/2006/relationships/slideLayout" Target="/ppt/slideLayouts/slideLayout4.xml" Id="Re77c5d5265334fd5" /><Relationship Type="http://schemas.openxmlformats.org/officeDocument/2006/relationships/slideLayout" Target="/ppt/slideLayouts/slideLayout5.xml" Id="R2093535343e04d53" /><Relationship Type="http://schemas.openxmlformats.org/officeDocument/2006/relationships/slideLayout" Target="/ppt/slideLayouts/slideLayout6.xml" Id="Rd757e1a087854d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84548e3fc445e3"/>
    <p:sldLayoutId xmlns:r="http://schemas.openxmlformats.org/officeDocument/2006/relationships" id="2147483650" r:id="R9757b6789cda443f"/>
    <p:sldLayoutId xmlns:r="http://schemas.openxmlformats.org/officeDocument/2006/relationships" id="2147483651" r:id="R3179b62747674ec6"/>
    <p:sldLayoutId xmlns:r="http://schemas.openxmlformats.org/officeDocument/2006/relationships" id="2147483652" r:id="Re77c5d5265334fd5"/>
    <p:sldLayoutId xmlns:r="http://schemas.openxmlformats.org/officeDocument/2006/relationships" id="2147483653" r:id="R2093535343e04d53"/>
    <p:sldLayoutId xmlns:r="http://schemas.openxmlformats.org/officeDocument/2006/relationships" id="2147483654" r:id="Rd757e1a087854d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fb384c52e34c31" /><Relationship Type="http://schemas.openxmlformats.org/officeDocument/2006/relationships/notesSlide" Target="/ppt/notesSlides/notesSlide1.xml" Id="R547502b69fba4d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aa2382c06d4f75" /><Relationship Type="http://schemas.openxmlformats.org/officeDocument/2006/relationships/notesSlide" Target="/ppt/notesSlides/notesSlide2.xml" Id="R3eadbfd9002149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b02e3025b486a" /><Relationship Type="http://schemas.openxmlformats.org/officeDocument/2006/relationships/notesSlide" Target="/ppt/notesSlides/notesSlide3.xml" Id="R0c1b09a8913a44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7b490441554ad6" /><Relationship Type="http://schemas.openxmlformats.org/officeDocument/2006/relationships/notesSlide" Target="/ppt/notesSlides/notesSlide4.xml" Id="R3ac9aee0baed45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1AACA-9022-47BD-A0F2-3545AFAC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8354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835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54A"/>
                </a:solidFill>
                <a:latin typeface="Hiragino Sans GB"/>
                <a:ea typeface="Hiragino Sans GB"/>
                <a:cs typeface="Hiragino Sans GB"/>
              </a:rPr>
              <a:t>课程名称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D86ED-0B0C-4317-B5B0-60096D9A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rPr>
              <a:t>课程副标题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54346-495E-4458-931B-6BF59757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rPr>
              <a:t>活动日期与时间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27304-1FD2-4408-AEDA-3C2789EC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rPr>
              <a:t>活动地点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9E7B5-9B69-4CD1-BDA6-F18DE67A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483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A6C7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C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A6C78"/>
                </a:solidFill>
                <a:latin typeface="Hiragino Sans GB"/>
                <a:ea typeface="Hiragino Sans GB"/>
                <a:cs typeface="Hiragino Sans GB"/>
              </a:rPr>
              <a:t>原创练习模板　1 / 4</a:t>
            </a:r>
          </a:p>
        </p:txBody>
      </p:sp>
    </p:spTree>
    <p:extLst>
      <p:ext uri="{BB962C8B-B14F-4D97-AF65-F5344CB8AC3E}">
        <p14:creationId xmlns:p14="http://schemas.microsoft.com/office/powerpoint/2010/main" val="15685646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8861D-7B1C-476D-B9C0-9FD3E724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8354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835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54A"/>
                </a:solidFill>
                <a:latin typeface="Hiragino Sans GB"/>
                <a:ea typeface="Hiragino Sans GB"/>
                <a:cs typeface="Hiragino Sans GB"/>
              </a:rPr>
              <a:t>课程目标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2243B-2C26-4215-BB22-D6A307B8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rPr>
              <a:t>目标一：写出一个可检查的能力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3533A-F88F-42B4-94D4-03CDA456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rPr>
              <a:t>目标二：写出一个可检查的能力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3B710-6A24-4E2B-9F10-D32C854D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rPr>
              <a:t>目标三：写出一个可检查的能力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E8821-7E23-4C09-B174-31393CD0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483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A6C7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C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A6C78"/>
                </a:solidFill>
                <a:latin typeface="Hiragino Sans GB"/>
                <a:ea typeface="Hiragino Sans GB"/>
                <a:cs typeface="Hiragino Sans GB"/>
              </a:rPr>
              <a:t>原创练习模板　2 / 4</a:t>
            </a:r>
          </a:p>
        </p:txBody>
      </p:sp>
    </p:spTree>
    <p:extLst>
      <p:ext uri="{BB962C8B-B14F-4D97-AF65-F5344CB8AC3E}">
        <p14:creationId xmlns:p14="http://schemas.microsoft.com/office/powerpoint/2010/main" val="13956925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77D26-CFCE-459D-952E-DF279C84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8354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835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54A"/>
                </a:solidFill>
                <a:latin typeface="Hiragino Sans GB"/>
                <a:ea typeface="Hiragino Sans GB"/>
                <a:cs typeface="Hiragino Sans GB"/>
              </a:rPr>
              <a:t>课程安排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732A3-036C-4253-BA9D-3DF09CD0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rPr>
              <a:t>时段一：准备材料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91BA9-3778-46B2-BD6A-91EB95A8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rPr>
              <a:t>时段二：完成练习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69CCF-C546-474C-B8F1-933EEA43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rPr>
              <a:t>时段三：核对结果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170BC-2D55-4B54-BFE4-BB1D678D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483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A6C7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C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A6C78"/>
                </a:solidFill>
                <a:latin typeface="Hiragino Sans GB"/>
                <a:ea typeface="Hiragino Sans GB"/>
                <a:cs typeface="Hiragino Sans GB"/>
              </a:rPr>
              <a:t>原创练习模板　3 / 4</a:t>
            </a:r>
          </a:p>
        </p:txBody>
      </p:sp>
    </p:spTree>
    <p:extLst>
      <p:ext uri="{BB962C8B-B14F-4D97-AF65-F5344CB8AC3E}">
        <p14:creationId xmlns:p14="http://schemas.microsoft.com/office/powerpoint/2010/main" val="1349269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8DA52-3A3B-4A70-9F20-68D01A00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8354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835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54A"/>
                </a:solidFill>
                <a:latin typeface="Hiragino Sans GB"/>
                <a:ea typeface="Hiragino Sans GB"/>
                <a:cs typeface="Hiragino Sans GB"/>
              </a:rPr>
              <a:t>课后练习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CB3A7-238F-4D79-963B-F4DC4DF8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rPr>
              <a:t>第一步：写出要创建的文件夹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5C3A3-CF53-4CB2-9C9B-97AEA8EC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rPr>
              <a:t>第二步：写出要保存的文件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F6C57-7B22-4A6C-A110-06CDF4BA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324B5C"/>
                </a:solidFill>
                <a:latin typeface="Hiragino Sans GB"/>
                <a:ea typeface="Hiragino Sans GB"/>
                <a:cs typeface="Hiragino Sans GB"/>
              </a:rPr>
              <a:t>第三步：写出要核对的结果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5C4F2-A917-40F1-B987-54191CF1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483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A6C7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C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A6C78"/>
                </a:solidFill>
                <a:latin typeface="Hiragino Sans GB"/>
                <a:ea typeface="Hiragino Sans GB"/>
                <a:cs typeface="Hiragino Sans GB"/>
              </a:rPr>
              <a:t>原创练习模板　4 / 4</a:t>
            </a:r>
          </a:p>
        </p:txBody>
      </p:sp>
    </p:spTree>
    <p:extLst>
      <p:ext uri="{BB962C8B-B14F-4D97-AF65-F5344CB8AC3E}">
        <p14:creationId xmlns:p14="http://schemas.microsoft.com/office/powerpoint/2010/main" val="467182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2026-10-09T09:41:17.8480000Z</dcterms:created>
  <dcterms:modified xsi:type="dcterms:W3CDTF">2026-10-09T09:41:17.8480000Z</dcterms:modified>
</coreProperties>
</file>